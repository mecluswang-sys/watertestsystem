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水介质测试系统项目进度汇报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日期：2026-05-19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项目目标与当前状态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目标：落地 Terminal-Station 分布式架构，支持多操作台并行</a:t>
            </a:r>
          </a:p>
          <a:p>
            <a:pPr>
              <a:defRPr sz="2000"/>
            </a:pPr>
            <a:r>
              <a:t>当前：主框架已完成，联调修复持续推进</a:t>
            </a:r>
          </a:p>
          <a:p>
            <a:pPr>
              <a:defRPr sz="2000"/>
            </a:pPr>
            <a:r>
              <a:t>进展：关键控制链路与监控链路已可用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近期关键修复（已完成）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1号台继电器命名与图元显示名称统一</a:t>
            </a:r>
          </a:p>
          <a:p>
            <a:pPr>
              <a:defRPr sz="2000"/>
            </a:pPr>
            <a:r>
              <a:t>电磁阀3/4 地址映射与图元绑定关系修正</a:t>
            </a:r>
          </a:p>
          <a:p>
            <a:pPr>
              <a:defRPr sz="2000"/>
            </a:pPr>
            <a:r>
              <a:t>自检补齐电磁阀4静态检查与三阀联动步骤</a:t>
            </a:r>
          </a:p>
          <a:p>
            <a:pPr>
              <a:defRPr sz="2000"/>
            </a:pPr>
            <a:r>
              <a:t>步骤3/4 压力变化显示与绝对值判定逻辑修复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系统界面与架构参考</a:t>
            </a:r>
          </a:p>
        </p:txBody>
      </p:sp>
      <p:pic>
        <p:nvPicPr>
          <p:cNvPr id="3" name="Picture 2" descr="industrial_control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图：工业控制界面参考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现场接线与部署关系</a:t>
            </a:r>
          </a:p>
        </p:txBody>
      </p:sp>
      <p:pic>
        <p:nvPicPr>
          <p:cNvPr id="3" name="Picture 2" descr="接线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图：接线图（部署与联调用）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设备侧实物验证（流量计1）</a:t>
            </a:r>
          </a:p>
        </p:txBody>
      </p:sp>
      <p:pic>
        <p:nvPicPr>
          <p:cNvPr id="3" name="Picture 2" descr="流量计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图：现场设备实拍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设备侧实物验证（流量计2）</a:t>
            </a:r>
          </a:p>
        </p:txBody>
      </p:sp>
      <p:pic>
        <p:nvPicPr>
          <p:cNvPr id="3" name="Picture 2" descr="流量计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1106424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图：现场设备实拍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下阶段计划（2-6周）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完成 Dashboard、PLC连接、Station管理页面可用版本</a:t>
            </a:r>
          </a:p>
          <a:p>
            <a:pPr>
              <a:defRPr sz="2000"/>
            </a:pPr>
            <a:r>
              <a:t>打通实时数据链路并完善动作日志可追溯</a:t>
            </a:r>
          </a:p>
          <a:p>
            <a:pPr>
              <a:defRPr sz="2000"/>
            </a:pPr>
            <a:r>
              <a:t>推进稳定性、断连重连与长稳运行验证</a:t>
            </a:r>
          </a:p>
          <a:p>
            <a:pPr>
              <a:defRPr sz="2000"/>
            </a:pPr>
            <a:r>
              <a:t>形成试运行与验收资料包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项目整体按计划推进，架构方向正确</a:t>
            </a:r>
          </a:p>
          <a:p>
            <a:pPr>
              <a:defRPr sz="2000"/>
            </a:pPr>
            <a:r>
              <a:t>关键联调问题已建立稳定闭环机制</a:t>
            </a:r>
          </a:p>
          <a:p>
            <a:pPr>
              <a:defRPr sz="2000"/>
            </a:pPr>
            <a:r>
              <a:t>下一阶段聚焦功能完整度与运行稳定性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