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Water Medium Test System - Progress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Date: 2026-05-19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 and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deliver Terminal-Station distributed architecture for multi-station operation</a:t>
            </a:r>
          </a:p>
          <a:p>
            <a:pPr>
              <a:defRPr sz="2000"/>
            </a:pPr>
            <a:r>
              <a:t>Status: main framework completed and integration fixes are ongoing</a:t>
            </a:r>
          </a:p>
          <a:p>
            <a:pPr>
              <a:defRPr sz="2000"/>
            </a:pPr>
            <a:r>
              <a:t>Progress: critical control and monitoring chains are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Completed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Unified relay labels with displayed glyph names on Station 1</a:t>
            </a:r>
          </a:p>
          <a:p>
            <a:pPr>
              <a:defRPr sz="2000"/>
            </a:pPr>
            <a:r>
              <a:t>Corrected Valve 3/4 PLC mapping and relay-glyph binding</a:t>
            </a:r>
          </a:p>
          <a:p>
            <a:pPr>
              <a:defRPr sz="2000"/>
            </a:pPr>
            <a:r>
              <a:t>Added missing Valve 4 static check and 3-valve linkage test</a:t>
            </a:r>
          </a:p>
          <a:p>
            <a:pPr>
              <a:defRPr sz="2000"/>
            </a:pPr>
            <a:r>
              <a:t>Fixed pressure change wording and absolute-delta judgment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and Architecture Reference</a:t>
            </a:r>
          </a:p>
        </p:txBody>
      </p:sp>
      <p:pic>
        <p:nvPicPr>
          <p:cNvPr id="3" name="Picture 2" descr="industrial_contro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Figure: industrial control UI 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Wiring and Deployment</a:t>
            </a:r>
          </a:p>
        </p:txBody>
      </p:sp>
      <p:pic>
        <p:nvPicPr>
          <p:cNvPr id="3" name="Picture 2" descr="接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Figure: wiring diagram for deployment and commissioning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Device Verification - Flowmeter 1</a:t>
            </a:r>
          </a:p>
        </p:txBody>
      </p:sp>
      <p:pic>
        <p:nvPicPr>
          <p:cNvPr id="3" name="Picture 2" descr="流量计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Figure: on-site device image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Device Verification - Flowmeter 2</a:t>
            </a:r>
          </a:p>
        </p:txBody>
      </p:sp>
      <p:pic>
        <p:nvPicPr>
          <p:cNvPr id="3" name="Picture 2" descr="流量计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Figure: on-site device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Stage Plan (2-6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Complete usable versions of Dashboard, PLC Connection, and Station Manager pages</a:t>
            </a:r>
          </a:p>
          <a:p>
            <a:pPr>
              <a:defRPr sz="2000"/>
            </a:pPr>
            <a:r>
              <a:t>Finish real-time data chain integration and action logging traceability</a:t>
            </a:r>
          </a:p>
          <a:p>
            <a:pPr>
              <a:defRPr sz="2000"/>
            </a:pPr>
            <a:r>
              <a:t>Run stability tests including reconnect and long-running verification</a:t>
            </a:r>
          </a:p>
          <a:p>
            <a:pPr>
              <a:defRPr sz="2000"/>
            </a:pPr>
            <a:r>
              <a:t>Prepare trial-run and acceptance deliverables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Project is moving forward with the planned architecture direction</a:t>
            </a:r>
          </a:p>
          <a:p>
            <a:pPr>
              <a:defRPr sz="2000"/>
            </a:pPr>
            <a:r>
              <a:t>Key integration issues are being closed in a stable feedback loop</a:t>
            </a:r>
          </a:p>
          <a:p>
            <a:pPr>
              <a:defRPr sz="2000"/>
            </a:pPr>
            <a:r>
              <a:t>Next focus: feature completeness and operational stability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